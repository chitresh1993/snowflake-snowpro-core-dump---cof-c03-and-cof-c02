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828D-2D7E-4FE7-A69A-BA66B05A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AD816-7E01-4D12-9491-324DE6BB6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5066-396C-44D3-89D7-BF4A24C4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371A7-BC86-43E2-AA1B-70485A85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816E-ED0A-4BC6-893F-FEF823F0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657B-0E55-4E7B-A8E9-CE305455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21B7-C5D0-4BB0-AF32-EDBE3A141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F8207-0030-4CC2-9E19-7783EB21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FBA15-7290-49B8-A7D7-AAE975B1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0EE54-95D0-4990-8032-11E84D80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5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FA5A-ADD5-4506-8646-85F4EA98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BB2A9-AE71-45A3-9DE0-D6BFB4F5C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8B0C-B6F6-4787-9788-F8410A11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7C798-E826-434D-8215-177E08C3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A1FE-4EA9-40BB-9F9D-8CCDEB3C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8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1C9E-9206-4E4E-9EE4-E355A764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7084-FFBA-4487-A36D-99AF13107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A5A70-A41B-4F7A-93FE-2FD29EC6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2F6B6-1C78-4A19-9143-804BD2BF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70D97-A11B-449C-A66C-69C7579C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D8DB9-3EB6-43F6-A1E7-A2C9B135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0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E2D6-6290-4BF7-A0E8-D57A29FD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ABE68-E82A-4DB3-A478-58E30ABE2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A1208-E2AD-4513-951C-C45CA6C77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C8EA6-05B8-4D7F-AFB0-1DB838E20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10763-7B6E-4017-A384-793D41D40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74570-46AE-4EE6-B9E3-81A2C20E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7550B-9746-4CC7-BCCA-C653F948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CEA92-B4EE-46A9-8515-D90C0951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4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9C74-A289-4CAC-A3D6-399E77E4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ADF25-A1A5-4721-83A3-496CF399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83E25-9587-4F8F-807A-E997C0F8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480FC-3C72-428F-820B-818718BF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9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D508C-A56C-4826-A61F-45463587B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114A4-0DB3-412C-B430-FD66B57B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ADE05-9491-4138-9E74-F864C136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67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AD16-D302-4468-8DA8-651DBCE1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3D0D-C90E-4B9A-BEFB-EF0B9CE82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50D02-7E04-45AE-9D87-C170BE740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F547-80A7-4DF2-AB93-E03FC829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545E7-D05B-46C9-A30C-8E144998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53220-331C-4FEF-BF1F-21984EF9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FAC9-C447-4C0C-82B2-1303CF11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81BFC-8867-4E6B-A368-392F10D84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3EDEA-C5B5-4404-AAE8-F18BA36E1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5CECB-8D65-4FED-B360-3EDD6F2F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D6463-D74B-4995-B1B6-104F65F6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CA124-7CC7-40E9-B7C6-7433F70A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926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087D-E4B6-49F0-8E2F-5AC1528E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8F0E8-0449-4FB9-AE6A-2CDE8A972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CA4AB-8218-4E34-986F-663D5D60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3352A-39C4-4437-B894-E94BE17C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B3729-8D5E-4E33-B518-037F24FA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9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C5BB4-F771-4A34-8E76-9EA50FC1C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89B3D-F6AC-4B1A-A2C0-1CD455D2B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770C-1353-43EB-B18E-B7EC5EC1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6C14A-62D3-4F97-9097-DE3D1903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BA2F2-A598-48F7-941F-F821E95A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10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7ED78-11C7-46E0-9CA0-356C6FBE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E94AB-009D-4877-A1CC-F8E2EBFA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A3B0F-F3A3-4BC2-9C39-7123E50CF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157C3-09F7-4DE4-813B-EC15F6885B78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ECCB0-DE9A-493C-A943-92EFC3BCE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AADCD-15F3-4C53-A715-6F0EE7547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D6CA6-7346-460B-92E1-069FBEDAF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4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BA690D8-6223-4E45-8D27-2061F37E99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3620" y="750274"/>
            <a:ext cx="11921923" cy="599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4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8C5384F-9C58-4E00-82DB-8DBE74DCFE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919" y="750275"/>
            <a:ext cx="11972081" cy="597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0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F2E96-7B12-495F-BE3D-279C7BBB30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5504" y="1089511"/>
            <a:ext cx="8773610" cy="57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5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169824C-FAFF-46DA-9790-29C382D393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2987" y="728662"/>
            <a:ext cx="11377914" cy="604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7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E9B9B66-B5FC-4022-8AAD-35A7FCBE22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5975" y="728662"/>
            <a:ext cx="10683433" cy="5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6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769E740-060D-4679-B667-5F46EAA6A5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4561" y="733424"/>
            <a:ext cx="11123271" cy="61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5A7E3A-76DD-4482-A71E-B3E11C38A5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1884" y="947737"/>
            <a:ext cx="9641711" cy="582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1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315F0AD-252E-48AE-A733-679C366293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6689" y="719137"/>
            <a:ext cx="10023676" cy="61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2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0A8530C-44B2-4F9F-950D-7CF80EAFB6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6572" y="712174"/>
            <a:ext cx="11678856" cy="61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6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6F1383A-FD41-4D17-9C16-BBC584F764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4091" y="719137"/>
            <a:ext cx="11447362" cy="597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9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7DA2049-6713-46BF-BF28-8E4B61E67D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7322" y="1047750"/>
            <a:ext cx="11065397" cy="651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4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E2453E0-AB59-4D6C-8C3E-C6774F288E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896" y="712175"/>
            <a:ext cx="11285317" cy="61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5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4A7C738-A291-45C6-96EE-D03A43AF04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6770" y="661987"/>
            <a:ext cx="10880202" cy="61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6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4A7C738-A291-45C6-96EE-D03A43AF04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6770" y="661987"/>
            <a:ext cx="10880202" cy="61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14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A5E7EC2-E60A-4160-92D8-B43FFF9B29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172" y="712175"/>
            <a:ext cx="10405641" cy="61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9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6E682E-A2E1-4030-A129-B0A6CC9042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023" y="750274"/>
            <a:ext cx="9722734" cy="61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D59A-EA9A-4A32-AECD-D00C443F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217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AWS – Simple Storage Service (S3)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94DFE-7C64-4790-A646-190F2974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BA2A0-7FC1-4D55-8E8D-E0F65DDF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7E4851-FC53-4F10-B1B9-A8BCB0F8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1D33A8-F8FE-4F1D-B7FC-C42167BC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7B0192-D8E5-4DE1-8BD7-CB76CBF4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A4F2E5-55F0-4E73-90B4-02D1532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C8220F-FF46-4E00-A621-75078B45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CCA1F9C-AC6A-4555-AA4C-D366B294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011F3A-5F93-40BC-8472-3110FB35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176"/>
            <a:ext cx="12192000" cy="6145823"/>
          </a:xfrm>
        </p:spPr>
        <p:txBody>
          <a:bodyPr>
            <a:normAutofit/>
          </a:bodyPr>
          <a:lstStyle/>
          <a:p>
            <a:pPr lvl="1"/>
            <a:endParaRPr lang="en-US" altLang="en-US" sz="4000" dirty="0">
              <a:latin typeface="Arial" panose="020B0604020202020204" pitchFamily="34" charset="0"/>
            </a:endParaRPr>
          </a:p>
          <a:p>
            <a:endParaRPr lang="en-US" altLang="en-US" sz="2000" dirty="0">
              <a:solidFill>
                <a:srgbClr val="000000"/>
              </a:solidFill>
              <a:latin typeface="Courier 10 Pitch"/>
            </a:endParaRPr>
          </a:p>
          <a:p>
            <a:endParaRPr lang="en-US" altLang="en-US" sz="2000" dirty="0"/>
          </a:p>
          <a:p>
            <a:endParaRPr lang="en-US" altLang="en-US" sz="54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4D7A5E-8856-49D7-866E-2D2B6CA5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8F5137C-1D16-47D7-A366-A63FAC19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E451BAC-604C-409B-A267-F892293B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A75E8D5-9A26-43DD-AF3D-0121D0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2A6408F-BC58-4864-BD3E-2A516952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5A7AF74-6AF7-471D-AD3D-41B1CF9B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9ED5C6A-DFCF-495C-A7AB-C334C188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296494F-AD18-429E-B5D0-1E4943CE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80B3028-BD5E-4539-9EB2-4E1A9158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BDD7740-9EA6-45D3-AD67-3F4E4E6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A1EE83-4335-4308-A3C8-55D51D47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8F52B738-A785-4D97-BC6F-3E1B39EC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3CB87CC-0B79-4ACF-B477-41A1367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3203B43-F482-4749-9A2E-E8F1301E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BA1B7F6-B75F-444F-BBC9-AF75B909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E3DC51B2-83F3-4878-B943-FB679D1A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CF33F75-3B19-4345-83B0-2D9B7C12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A580575-4B3E-4047-A936-9081CD12AF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3091" y="750274"/>
            <a:ext cx="5048250" cy="59283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FC527DA-A385-42A6-B9BD-46038DC3A04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71136" y="750273"/>
            <a:ext cx="5819293" cy="60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1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136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10 Pitch</vt:lpstr>
      <vt:lpstr>Office Theme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  <vt:lpstr>AWS – Simple Storage Service (S3)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Simple Storage Service (S3)</dc:title>
  <dc:creator>Sekhar Modem -X (smodem - TECH MAHINDRA LIM at Cisco)</dc:creator>
  <cp:lastModifiedBy>Sekhar Modem -X (smodem - TECH MAHINDRA LIM at Cisco)</cp:lastModifiedBy>
  <cp:revision>9</cp:revision>
  <dcterms:created xsi:type="dcterms:W3CDTF">2020-07-09T14:03:54Z</dcterms:created>
  <dcterms:modified xsi:type="dcterms:W3CDTF">2020-07-09T14:38:02Z</dcterms:modified>
</cp:coreProperties>
</file>